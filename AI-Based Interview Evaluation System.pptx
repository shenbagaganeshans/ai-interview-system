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BCEF-EC34-4CAF-8089-0D362A8E9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BFE2D-8A25-4C7E-8018-F6CE7F2D7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EEAC8-EA50-4185-A521-45B715EE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56707-9987-47AD-983F-57D9A6D3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0A5D-D608-4BCB-AED8-83788A10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00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1611-ADF1-4D34-9A78-9756C2DB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9024-E16A-426B-BF2B-0216FCBC8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13953-B13B-442F-A2D9-0A7285F6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5235D-B29A-4FA3-ACC1-752A5EB8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6791D-AA69-4059-9A81-0CCAE9B2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37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39DA-7A52-4AFB-8E3A-7C5C536A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EAAC0-75ED-476C-954B-E770645A7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C34C1-7749-4BC8-B50C-E76893F2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1DB1-2ADE-490F-8D97-E716BCB3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5ED5B-7145-49E8-8407-2B252148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01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E278-84CC-472E-BA11-A9E79A0C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8257F-7A4C-493B-8317-A9D6DF6C4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F1F71-2F9B-42C5-A2B1-09753D8AD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8066B-B6F4-40BC-93D3-1758943D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29FD5-AA90-43A1-9C4F-C0F9DD91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EC918-5721-434F-B116-1D6312F3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1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9DEC-AABE-4039-B039-5CE27DBAA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2D569-4A49-4784-8355-93855BF6D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5BF1E-8EC5-402E-89E0-68E6CFEC5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412B0-0D57-418F-89AE-F8D8FD616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7C298-AC1F-4FC8-9499-9A74501E8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CEC6D-EDA2-46AE-AC18-3EAB5F44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2344C-18A1-4D49-9AF8-48D9676D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E1264-976C-4FFC-AF11-729256BA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46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0D3E-D459-4E2C-8437-F1625B85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1B5F3B-B2BF-4C3E-A7A4-44BF2592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B9558-872E-4A31-86E8-4FE55947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95F8E-A2D5-4784-BBB6-3333F980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7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D3578-9A7A-4A7B-A52C-54AD72D7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230F5-85C1-4FB4-B781-B197536E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CAD7C-7AD7-4690-8673-E5AEFC6F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20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A095-FBBE-41BB-99D8-9FD94E28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9F88-5A4E-43D1-BE22-03AC8002D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5CB82-EADB-4DD2-B477-B59EADDB6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E944A-02DE-4709-B199-074871AD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10A58-4DAD-47BB-A2B8-A1441805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ECDA6-235F-4C98-A6B1-A7241071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4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6ED8-8D4F-4272-BF32-8981D62F4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82011-DF85-4090-86CF-7F887B805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67A57-F627-4AAC-B85B-6D952497A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85C76-218F-41C2-93BF-6DBA8024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465A0-A517-4B5B-B3DD-90BACE5C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F2EFE-1DA4-451A-B754-2A47E635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1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B4E7-2500-4927-AE93-F538D074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5B9CC-7587-4334-A806-7A88ED9FC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99836-30DF-4C33-964D-F5C3E83EE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6BB2B-0CF4-4F9E-B357-8BE60204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19C9-6725-4A2D-A40F-9C449726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99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F7707-E84C-4627-B182-AB64A0269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0CB64-F5FD-429C-84B1-5F1D517E8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74F5D-3B41-4601-80E8-E7B85139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61046-CCF5-4E58-88DA-823276AB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84D3C-C3D2-44A8-AED9-BFDA9071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82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FE4AD-5BBE-44F8-9DD0-8BCCDC3E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31F3F-913F-4C64-93A3-9F1E199AD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33A9A-5972-437C-992E-87FB39943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666B7-47D6-463F-A74E-41A557311DB0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66DFD-09E5-4EB0-AC75-C62F08710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4CF75-4B18-4BD4-9C97-A8C845BFD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9F906-75E7-4CF1-B7EB-79B57FBCF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25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F3D2-5F08-4BB0-A0D7-9F3A80943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Interview Evaluation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0D5BD-8030-4246-88D2-418FCF404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6088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Machine Learning Approach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Shenbaga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ganeshan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Artificial Intelligence and Data Science</a:t>
            </a:r>
          </a:p>
          <a:p>
            <a:pPr lvl="8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23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57AA-E1CE-40C9-865C-F359D944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274BF-F303-4D4E-9CBD-2C5ABFF01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interviews rely on human judgment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may be subjective and inconsistent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system to analyze: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skills</a:t>
            </a:r>
          </a:p>
          <a:p>
            <a:pPr lvl="8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level</a:t>
            </a:r>
          </a:p>
          <a:p>
            <a:pPr lvl="8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behavior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2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E053-3CA2-4F94-B2FF-3ED4756E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D7E4-8246-4913-8919-B4080F9D0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interview evaluation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candidate using multiple modalities:</a:t>
            </a:r>
          </a:p>
          <a:p>
            <a:pPr lvl="8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(content)</a:t>
            </a:r>
          </a:p>
          <a:p>
            <a:pPr lvl="8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(confidence)</a:t>
            </a:r>
          </a:p>
          <a:p>
            <a:pPr lvl="8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Emotion (behavior)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overall performance score using 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6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BD0B-7B2C-405F-8342-7C5CF5B6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82CF-0C30-4FD5-A5A7-90E5707C3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Speech Input → Speech-to-Text  </a:t>
            </a:r>
          </a:p>
          <a:p>
            <a:pPr marL="0" indent="0">
              <a:buNone/>
            </a:pPr>
            <a:r>
              <a:rPr lang="en-IN" dirty="0"/>
              <a:t>           ↓  </a:t>
            </a:r>
          </a:p>
          <a:p>
            <a:r>
              <a:rPr lang="en-IN" dirty="0"/>
              <a:t>Sentence Transformer → Semantic Similarity  </a:t>
            </a:r>
          </a:p>
          <a:p>
            <a:pPr marL="0" indent="0">
              <a:buNone/>
            </a:pPr>
            <a:r>
              <a:rPr lang="en-IN" dirty="0"/>
              <a:t>           ↓  </a:t>
            </a:r>
          </a:p>
          <a:p>
            <a:r>
              <a:rPr lang="en-IN" dirty="0"/>
              <a:t>Voice Analysis → Confidence Level  </a:t>
            </a:r>
          </a:p>
          <a:p>
            <a:pPr marL="0" indent="0">
              <a:buNone/>
            </a:pPr>
            <a:r>
              <a:rPr lang="en-IN" dirty="0"/>
              <a:t>          ↓  </a:t>
            </a:r>
          </a:p>
          <a:p>
            <a:r>
              <a:rPr lang="en-IN" dirty="0"/>
              <a:t>Emotion Detection → Facial Expression  </a:t>
            </a:r>
          </a:p>
          <a:p>
            <a:pPr marL="0" indent="0">
              <a:buNone/>
            </a:pPr>
            <a:r>
              <a:rPr lang="en-IN" dirty="0"/>
              <a:t>          ↓  </a:t>
            </a:r>
          </a:p>
          <a:p>
            <a:r>
              <a:rPr lang="en-IN" dirty="0"/>
              <a:t>ML Model (Random Forest) → Final Score</a:t>
            </a:r>
          </a:p>
        </p:txBody>
      </p:sp>
    </p:spTree>
    <p:extLst>
      <p:ext uri="{BB962C8B-B14F-4D97-AF65-F5344CB8AC3E}">
        <p14:creationId xmlns:p14="http://schemas.microsoft.com/office/powerpoint/2010/main" val="372007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7F50-7C0F-4A14-A679-8DD21D81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F6C3-1680-4580-AD94-59BA27B13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(Emotion Detection)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Sentence-BERT (Semantic Analysis)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Processing: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(Speech-to-Text)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Analysis: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(Energy &amp; Pitch)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Random Forest Regressor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WebRTC</a:t>
            </a:r>
          </a:p>
        </p:txBody>
      </p:sp>
    </p:spTree>
    <p:extLst>
      <p:ext uri="{BB962C8B-B14F-4D97-AF65-F5344CB8AC3E}">
        <p14:creationId xmlns:p14="http://schemas.microsoft.com/office/powerpoint/2010/main" val="198968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FF0C-C4E1-4176-9BBD-12311521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&amp;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C4D8B-865F-4E18-BA80-8EA137B3A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Semantic similarity score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Voice confidence level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Emotion score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 Random Forest regression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Final interview performance score (0–100)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72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C6FD-2427-4F9A-9197-5B39DCA0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E027-EC3E-4B45-A5C9-A46F94A49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interview evaluation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analysis improves accuracy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unbiased scoring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UI using WebRTC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Scalable system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Can be used in recruitment platforms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408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850B-1DEF-40B3-BD34-B4EFC86C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D5C5-370C-4ABF-A7E0-6B957D6F7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multi-modal AI interview system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NLP, Computer Vision, and ML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real interview datasets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deep learning models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AI-based feedback generation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49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390E-39F2-40A6-8776-74533848D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&amp; Final Score using Random Forest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39F361-9C5B-410B-BCAB-B09B7F726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571" y="1825625"/>
            <a:ext cx="9170858" cy="4351338"/>
          </a:xfrm>
        </p:spPr>
      </p:pic>
    </p:spTree>
    <p:extLst>
      <p:ext uri="{BB962C8B-B14F-4D97-AF65-F5344CB8AC3E}">
        <p14:creationId xmlns:p14="http://schemas.microsoft.com/office/powerpoint/2010/main" val="403560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278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AI-Based Interview Evaluation System</vt:lpstr>
      <vt:lpstr>Problem Statement</vt:lpstr>
      <vt:lpstr>Proposed Solution</vt:lpstr>
      <vt:lpstr>System Architecture</vt:lpstr>
      <vt:lpstr>Technologies Used</vt:lpstr>
      <vt:lpstr>Model &amp; Working</vt:lpstr>
      <vt:lpstr>Results &amp; Advantages</vt:lpstr>
      <vt:lpstr>Conclusion &amp; Future Work</vt:lpstr>
      <vt:lpstr>Output &amp; Final Score using Random Forest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Interview Evaluation System</dc:title>
  <dc:creator>SHENBAGA GANESHAN  S</dc:creator>
  <cp:lastModifiedBy>SHENBAGA GANESHAN  S</cp:lastModifiedBy>
  <cp:revision>5</cp:revision>
  <dcterms:created xsi:type="dcterms:W3CDTF">2026-04-26T08:17:30Z</dcterms:created>
  <dcterms:modified xsi:type="dcterms:W3CDTF">2026-05-05T09:43:42Z</dcterms:modified>
</cp:coreProperties>
</file>